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7132320" y="457200"/>
            <a:ext cx="2286000" cy="2286000"/>
          </a:xfrm>
          <a:prstGeom prst="rect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7589520" y="822960"/>
            <a:ext cx="1645920" cy="1645920"/>
          </a:xfrm>
          <a:prstGeom prst="rect">
            <a:avLst/>
          </a:prstGeom>
          <a:solidFill>
            <a:srgbClr val="00D4AA">
              <a:alpha val="5000"/>
            </a:srgbClr>
          </a:solidFill>
          <a:ln w="6350">
            <a:solidFill>
              <a:srgbClr val="00D4A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Review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→ Crypto Design → MVP Plan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32004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017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ZeroDay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Naredla (Security Lead)  ·  Uma Viraja (PM)  ·  Susmitha Edara (Dev)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Sathwik Boguda (Test)  ·  Kamal Kuturu (Integration)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Cryptography  ·  Spring 2026  ·  Spec: w5-baseline (frozen)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 (Dolev-Yao)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adversary: intercept, modify, replay, inject. No endpoint memory access.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0" y="10972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591056"/>
            <a:ext cx="8229600" cy="43891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910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15910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0" y="15910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84832"/>
            <a:ext cx="8229600" cy="43891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0848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" y="2084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key substitution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0" y="208483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signed keys + blockchain registry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578608"/>
            <a:ext cx="8229600" cy="43891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5786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97280" y="25786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tampering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40480" y="25786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authentication tag (ERR_TAG_INVALID)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072384"/>
            <a:ext cx="8229600" cy="43891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07238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97280" y="3072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0" y="307238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sequence numbers (ERR_SEQ_REPLAY)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5661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97280" y="35661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forgery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840480" y="35661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128-bit security (infeasible)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059936"/>
            <a:ext cx="8229600" cy="43891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40599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97280" y="40599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truncation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840480" y="40599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CLOSE_NOTIFY + heartbeat timeout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553712"/>
            <a:ext cx="8229600" cy="43891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455371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97280" y="45537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compromise (long-term)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840480" y="455371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 via ephemeral X25519; REVOKE on-chain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5047488"/>
            <a:ext cx="8229600" cy="43891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9" name="Text 36"/>
          <p:cNvSpPr/>
          <p:nvPr/>
        </p:nvSpPr>
        <p:spPr>
          <a:xfrm>
            <a:off x="548640" y="50474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97280" y="5047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repudiation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840480" y="5047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 + SHA-256 hash on blockchain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43" name="Text 4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TB1: Client (trusted)     TB2: Network (untrusted — attack surface)     TB3: Server (trusted)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 Design Decisions (CDDR)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primitive usage + rationale + misuse prevention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X25519 ECDH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6012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key exchange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Constant-time, 128-bit, cofactor-safe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943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Fresh/session; raw zeroed; signed keys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200400" y="109728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34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33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HKDF-SHA256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70332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derivation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33756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5869; domain separation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3375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salt; separate info; fixed len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943600" y="109728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2344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4652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08076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AEAD; HW accel; no padding oracles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0807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Nonce=base XOR seq; 16MB cap; no API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57200" y="265176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889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Ed25519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601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943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(no nonce risk); compact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943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Domain-prefixed; session_id binding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200400" y="265176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27889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0332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7033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integrity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33375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180-4; matches HKDF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3375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MAC; hash→sign only path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5943600" y="2651760"/>
            <a:ext cx="2560320" cy="14173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78892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4652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4465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registry + audit trail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60807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CA; immutable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60807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scope; REVOKE support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43" name="Text 3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RSA (no forward secrecy)  |  ECDSA/P-256 (nonce bias)  |  AES-CBC+HMAC (Lucky13)  |  ChaCha20 (less HW)  |  SHA-3 (no advantage)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Specification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JSON/TCP  |  4-byte length prefix  |  Common header + typed body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114800" cy="34747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51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CLIENT_HELLO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identity_pk, ephemeral_pk, ephemeral_sig, supported_ciphers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435608"/>
            <a:ext cx="4114800" cy="34747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35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SERVER_HELLO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8600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identity_pk, ephemeral_pk, ephemeral_sig, selected_cipher, session_id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19656"/>
            <a:ext cx="4114800" cy="34747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819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286000" y="18196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verify_data (HMAC-SHA256 over transcript)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203704"/>
            <a:ext cx="4114800" cy="34747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203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ENCRYPTED_DATA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8600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ciphertext, auth_tag, sender_sig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587752"/>
            <a:ext cx="4114800" cy="34747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587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SIGNED_DOCUMENT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286000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filename, doc_hash, doc_sig, encrypted_doc, doc_tag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2971800"/>
            <a:ext cx="4114800" cy="347472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2971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286000" y="2971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body; 10s timeout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355848"/>
            <a:ext cx="4114800" cy="347472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355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CLOSE_NOTIFY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0" y="3355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body; prevents silent truncation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46320" y="1051560"/>
            <a:ext cx="3931920" cy="146304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1051560"/>
            <a:ext cx="393192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Header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(uint8)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9200" y="1691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(string)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0" y="1874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(hex/16)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2057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(uint32, monotonic)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920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(uint64, epoch ms)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46320" y="2743200"/>
            <a:ext cx="3931920" cy="210312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46320" y="2743200"/>
            <a:ext cx="39319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Error Codes (key examples)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02920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ERR_SIG_INVALID - MITM detected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029200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ERR_TAG_INVALID - tampered ciphertext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029200" y="3602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ERR_SEQ_REPLAY - replay detected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029200" y="3803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ERR_KEY_REVOKED - revoked identity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029200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ERR_SESSION_EXPIRED - rekey needed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ERR_HANDSHAKE_TIMEOUT - 15s limit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029200" y="4407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ERR_CIPHER_MISMATCH - no common suite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029200" y="4608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ERR_DOC_HASH_MISMATCH - corrupted doc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Handshake: IDLE → HELLO_SENT → KEY_EXCHANGED → FINISHED → ESTABLISHED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Lifecycle Plan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→ Storage → Rotation → Compromise Response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651760" cy="292608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972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Ed25519 Identity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onboarding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os.urandom(32)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(PBKDF2 600k→AES-GCM)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perms 0600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recommended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signed by old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on blockchain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35204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on-chain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refresh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ERR_KEY_REVOKED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108960" y="1097280"/>
            <a:ext cx="2651760" cy="292608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08960" y="109728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32461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X25519 Ephemeral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46120" y="1600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461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per session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persisted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4612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461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Zeroed after HKDF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46120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per session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Rekey at 24h / 2^32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46120" y="35204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461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others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897880" y="1097280"/>
            <a:ext cx="2651760" cy="292608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97880" y="1097280"/>
            <a:ext cx="26517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0" name="Text 27"/>
          <p:cNvSpPr/>
          <p:nvPr/>
        </p:nvSpPr>
        <p:spPr>
          <a:xfrm>
            <a:off x="603504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 Session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035040" y="1600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via HKDF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random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3504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350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Zeroes in __del__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035040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0350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 rekey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2^32 seq or 24h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35040" y="35204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0350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session+rekey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Freeze + MVP Plan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219456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21945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w5-baseline (frozen)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325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Tagged: git tag w5-spec-freeze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docs/spec-w5-baseline.md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Frozen: Primitive choices, message formats,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codes, handshake FSM, key lifecycle,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construction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control: SPEC-CHANGE issue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Lead review → 3/5 consensus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+ new version tag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219456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54864" cy="2194560"/>
          </a:xfrm>
          <a:prstGeom prst="rect">
            <a:avLst/>
          </a:prstGeom>
          <a:solidFill>
            <a:srgbClr val="FECA57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C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(Week 6 target)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325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TLS-inspired handshake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AES-256-GCM encrypted messaging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Ed25519 message signing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protection (seq numbers)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TCP transport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signing (hash+sign works)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 (key reg works)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solidFill>
            <a:srgbClr val="162D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337560"/>
            <a:ext cx="8229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Story (Week 10)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and Bob handshake → exchange encrypted messages. Eve attacks live: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2468880" cy="5943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key injection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ERR_SIG_INVALID → aborted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83280" y="4069080"/>
            <a:ext cx="2468880" cy="5943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byte-flip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47472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ERR_TAG_INVALID → dropped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4069080"/>
            <a:ext cx="2468880" cy="5943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replay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ERR_SEQ_REPLAY → dropped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457200" y="3200400"/>
            <a:ext cx="2743200" cy="2743200"/>
          </a:xfrm>
          <a:prstGeom prst="rect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315200" y="-457200"/>
            <a:ext cx="2743200" cy="2743200"/>
          </a:xfrm>
          <a:prstGeom prst="rect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TLS directly?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implement TLS patterns at a level we control and can instrument for attack simulation.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Ed25519 over ECDSA?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3192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signing eliminates nonce-bias vulnerabilities (Sony PS3 key extraction). See CDDR 3.4.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GCM nonce reuses?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192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(auth key leak). Prevented: nonce = base XOR monotonic seq. No manual nonce API. Rekey at 2^32.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blockchain value?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3192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structure proves concept. Tamper-evident key registration without consensus complexity.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Review</dc:title>
  <dc:subject>PptxGenJS Presentation</dc:subject>
  <dc:creator>Team ZeroDay</dc:creator>
  <cp:lastModifiedBy>Team ZeroDay</cp:lastModifiedBy>
  <cp:revision>1</cp:revision>
  <dcterms:created xsi:type="dcterms:W3CDTF">2026-03-19T00:54:24Z</dcterms:created>
  <dcterms:modified xsi:type="dcterms:W3CDTF">2026-03-19T00:54:24Z</dcterms:modified>
</cp:coreProperties>
</file>