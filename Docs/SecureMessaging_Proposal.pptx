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25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900000">
            <a:off x="7132320" y="548640"/>
            <a:ext cx="2286000" cy="2286000"/>
          </a:xfrm>
          <a:prstGeom prst="rect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800000">
            <a:off x="7589520" y="914400"/>
            <a:ext cx="1645920" cy="1645920"/>
          </a:xfrm>
          <a:prstGeom prst="rect">
            <a:avLst/>
          </a:prstGeom>
          <a:solidFill>
            <a:srgbClr val="00D4AA">
              <a:alpha val="5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Messaging &amp;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Document System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Modern Cryptographic Primitives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32004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77609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ZeroDay</a:t>
            </a:r>
            <a:endParaRPr lang="en-US" sz="1400" dirty="0"/>
          </a:p>
          <a:p>
            <a:r>
              <a:rPr lang="en-US" sz="120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Vidhatha</a:t>
            </a: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Datta Aditya Naredla · Lakshmi Sri Kamal </a:t>
            </a:r>
            <a:r>
              <a:rPr lang="en-US" sz="120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Kuturu</a:t>
            </a: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Uma Viraja </a:t>
            </a:r>
            <a:r>
              <a:rPr lang="en-US" sz="120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Dasaraju</a:t>
            </a: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Sai Sathwik </a:t>
            </a:r>
            <a:r>
              <a:rPr lang="en-US" sz="120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Boguda</a:t>
            </a: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Susmitha Edara 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Applied Cryptography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Modern Digital Communication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64008" cy="3200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Threats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over insecure networks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(MITM) attacks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tampering &amp; data corruption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 on sessions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impersonation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document authenticity verification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64008" cy="1828800"/>
          </a:xfrm>
          <a:prstGeom prst="rect">
            <a:avLst/>
          </a:prstGeom>
          <a:solidFill>
            <a:srgbClr val="FEC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749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EC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Systems Lack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1828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337560"/>
            <a:ext cx="3931920" cy="114300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3337560"/>
            <a:ext cx="64008" cy="11430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564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7492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secure messaging system using applied cryptography to ensure end-to-end security and document authenticity.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Cryptographic Techniques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ensuring confidentiality, authenticity, and tamper-resistance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087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X25519 ECDH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7160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exchange via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Curve Diffie-Hellman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123444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508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HKDF-SHA256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11480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derivation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035040" y="123444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5087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800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associated data (AEAD)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01752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2918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Ed25519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37160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non-repudiation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91840" y="301752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474720" y="320040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29184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11480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11480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hashing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integrity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35040" y="3017520"/>
            <a:ext cx="2468880" cy="15544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91840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5800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Nonces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85800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nonce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replay attacks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Messaging Workflow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communication protocol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" y="1581912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88720" y="1188720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16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long-term Ed25519 signing key pairs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700784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" y="2066544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188720" y="1673352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0" y="16733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public keys between users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185416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3816" y="2551176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188720" y="2157984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71600" y="21579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authenticated X25519 Diffie-Hellman key exchange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2670048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" y="3035808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88720" y="2642616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71600" y="26426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session key using HKDF-SHA256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15468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3816" y="3520440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88720" y="3127248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127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messages with AES-256-GCM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3639312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008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13816" y="4005072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188720" y="3611880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7160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encrypted payload using Ed25519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4123944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4008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13816" y="4489704"/>
            <a:ext cx="0" cy="7315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188720" y="4096512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371600" y="40965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verifies signature, then decrypts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0080" y="4608576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4008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188720" y="4581144"/>
            <a:ext cx="4114800" cy="41148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371600" y="4581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 prevent replay attacks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760720" y="1188720"/>
            <a:ext cx="3017520" cy="347472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760720" y="1188720"/>
            <a:ext cx="3017520" cy="6400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63040"/>
            <a:ext cx="274320" cy="27432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4008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Properties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603504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0350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ensures only intended recipients can read messages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603504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60350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authentication tags detect any tampering with ciphertext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03504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60350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signatures verify sender identity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6035040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Non-repudiation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603504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provide undeniable proof of origin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Signing Workflow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document authenticity and integrity through cryptographic signing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463040" cy="20116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60120" y="1554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 hashed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SHA-256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20240" y="2148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057400" y="1371600"/>
            <a:ext cx="1463040" cy="20116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60320" y="1554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60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488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488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digitally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Ed25519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2148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657600" y="1371600"/>
            <a:ext cx="1463040" cy="20116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60520" y="1554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60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7490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7490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+ detached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2148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257800" y="1371600"/>
            <a:ext cx="1463040" cy="20116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60720" y="1554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60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492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492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verifies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720840" y="2148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858000" y="1371600"/>
            <a:ext cx="1463040" cy="20116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360920" y="1554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60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494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494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recalculated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compared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tampering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Confidentiality     ✓  Integrity     ✓  Authentication     ✓  Non-repudiation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to Applied Cryptography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35331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Cryptography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234440" y="1481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asymmetric key exchange (X25519) with symmetric encryption (AES-GCM) for optimal performance and security.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480560" y="109728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35331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Authenticated Key Exchange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257800" y="1481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 signed Diffie-Hellman protocol, preventing MITM attacks during session establishment.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28600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254203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AEAD Encryption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26700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provides both confidentiality and integrity in a single authenticated encryption construction.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480560" y="228600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663440" y="246888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254203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Signatures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257800" y="26700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signatures enable non-repudiation and identity verification across messaging and documents.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57200" y="347472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373075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3584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Prevention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234440" y="3858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nonce management, and authenticated channels prevent replay, tampering, and MITM attacks.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480560" y="3474720"/>
            <a:ext cx="384048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63440" y="3657600"/>
            <a:ext cx="457200" cy="4572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3730752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57800" y="3584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Protocol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257800" y="3858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Python cryptographic libraries with security testing and attack simulation.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Responsibilities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members — each owning a major cryptographic component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1554480" cy="23774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155448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Exchange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Setup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10972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· HKDF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84248" y="1188720"/>
            <a:ext cx="1554480" cy="23774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84248" y="1188720"/>
            <a:ext cx="15544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21408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21408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Layer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21408" y="2514600"/>
            <a:ext cx="10972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21408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· AEAD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48456" y="1188720"/>
            <a:ext cx="1554480" cy="23774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48456" y="1188720"/>
            <a:ext cx="1554480" cy="640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85616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85616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Signature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Identity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85616" y="2514600"/>
            <a:ext cx="10972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785616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· EUF-CMA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12664" y="1188720"/>
            <a:ext cx="1554480" cy="23774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312664" y="1188720"/>
            <a:ext cx="1554480" cy="6400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49824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49824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Signing Module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49824" y="2514600"/>
            <a:ext cx="10972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49824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Detached Sigs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976872" y="1188720"/>
            <a:ext cx="1554480" cy="23774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976872" y="1188720"/>
            <a:ext cx="155448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114032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114032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14032" y="2514600"/>
            <a:ext cx="10972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114032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MITM Sim · Replay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delivers a fully working, testable module with documentation.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10-Week Project Timeline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1–2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 &amp; threat modeling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1097280"/>
            <a:ext cx="731520" cy="274320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517904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517904"/>
            <a:ext cx="54864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15179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37360" y="1517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&amp; handshake impl.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1609344"/>
            <a:ext cx="731520" cy="274320"/>
          </a:xfrm>
          <a:prstGeom prst="rect">
            <a:avLst/>
          </a:prstGeom>
          <a:solidFill>
            <a:srgbClr val="0891B2">
              <a:alpha val="20000"/>
            </a:srgbClr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1609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202996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4–5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737360" y="2029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encryption/decryption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0" y="2121408"/>
            <a:ext cx="731520" cy="274320"/>
          </a:xfrm>
          <a:prstGeom prst="rect">
            <a:avLst/>
          </a:prstGeom>
          <a:solidFill>
            <a:srgbClr val="0891B2">
              <a:alpha val="20000"/>
            </a:srgbClr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0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542032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2542032"/>
            <a:ext cx="54864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580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3736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messaging MVP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32320" y="2633472"/>
            <a:ext cx="731520" cy="274320"/>
          </a:xfrm>
          <a:prstGeom prst="rect">
            <a:avLst/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7200" y="3054096"/>
            <a:ext cx="54864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5800" y="30540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737360" y="30540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integration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132320" y="3145536"/>
            <a:ext cx="731520" cy="274320"/>
          </a:xfrm>
          <a:prstGeom prst="rect">
            <a:avLst/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0" y="3145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57200" y="3566160"/>
            <a:ext cx="54864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8580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73736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signing feature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132320" y="3657600"/>
            <a:ext cx="731520" cy="274320"/>
          </a:xfrm>
          <a:prstGeom prst="rect">
            <a:avLst/>
          </a:prstGeom>
          <a:solidFill>
            <a:srgbClr val="059669">
              <a:alpha val="2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13232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78224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57200" y="4078224"/>
            <a:ext cx="54864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85800" y="4078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9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737360" y="4078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 &amp; hardening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132320" y="4169664"/>
            <a:ext cx="731520" cy="274320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132320" y="4169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57200" y="4590288"/>
            <a:ext cx="54864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85800" y="45902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10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737360" y="4590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integration &amp; presentation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132320" y="4681728"/>
            <a:ext cx="731520" cy="274320"/>
          </a:xfrm>
          <a:prstGeom prst="rect">
            <a:avLst/>
          </a:prstGeom>
          <a:solidFill>
            <a:srgbClr val="00D4AA">
              <a:alpha val="2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7132320" y="4681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57200" y="4572000"/>
            <a:ext cx="8229600" cy="1371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57200" y="4572000"/>
            <a:ext cx="1645920" cy="1371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103120" y="4572000"/>
            <a:ext cx="2468880" cy="1371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4572000" y="4572000"/>
            <a:ext cx="2468880" cy="1371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7040880" y="4572000"/>
            <a:ext cx="822960" cy="1371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863840" y="4572000"/>
            <a:ext cx="822960" cy="1371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Checkpoints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ensuring incremental progress and verifiable deliverables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777240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234440"/>
            <a:ext cx="77724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0020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Design Complete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002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message format specification, threat model, and algorithm choices finalized.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1984248"/>
            <a:ext cx="777240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1984248"/>
            <a:ext cx="77724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198424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00200" y="2029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Exchange Working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00200" y="23042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handshake and HKDF session key derivation successfully generating shared secrets.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734056"/>
            <a:ext cx="777240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2734056"/>
            <a:ext cx="77724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273405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00200" y="27797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Messaging MVP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600200" y="3054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encryption, Ed25519 signature verification, and replay protection operational.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3483864"/>
            <a:ext cx="777240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0080" y="3483864"/>
            <a:ext cx="77724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48386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600200" y="3529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Signing Module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600200" y="38039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hashing, Ed25519 file signing, detached signature generation and verification.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4233672"/>
            <a:ext cx="777240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0080" y="4233672"/>
            <a:ext cx="777240" cy="6400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42336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 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0020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&amp; Testing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600200" y="4553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integration, MITM/replay/tampering attack simulation, security evaluation report.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Simulation &amp; Security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system against real-world attack vectors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840480" cy="141732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MITM Attack Simulation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intercept and modify key exchange messages. Signed handshake prevents undetected key substitution.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1828800" cy="256032"/>
          </a:xfrm>
          <a:prstGeom prst="rect">
            <a:avLst/>
          </a:prstGeom>
          <a:solidFill>
            <a:srgbClr val="00D4AA">
              <a:alpha val="2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Ed25519 signed keys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80560" y="1188720"/>
            <a:ext cx="3840480" cy="141732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80560" y="1188720"/>
            <a:ext cx="384048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Ciphertext Tampering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6344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encrypted payload bytes in transit. GCM authentication tag detects any modification immediately.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240280"/>
            <a:ext cx="1828800" cy="256032"/>
          </a:xfrm>
          <a:prstGeom prst="rect">
            <a:avLst/>
          </a:prstGeom>
          <a:solidFill>
            <a:srgbClr val="00D4AA">
              <a:alpha val="2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AES-GCM auth tags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3840480" cy="141732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743200"/>
            <a:ext cx="384048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 Attack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re-send valid encrypted messages. Sequence number tracking rejects duplicate messages.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3794760"/>
            <a:ext cx="1828800" cy="256032"/>
          </a:xfrm>
          <a:prstGeom prst="rect">
            <a:avLst/>
          </a:prstGeom>
          <a:solidFill>
            <a:srgbClr val="00D4AA">
              <a:alpha val="2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Sequence counters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80560" y="2743200"/>
            <a:ext cx="3840480" cy="141732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480560" y="2743200"/>
            <a:ext cx="384048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344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Forgery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66344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forge Ed25519 signatures without private key. Computationally infeasible with 128-bit security.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3794760"/>
            <a:ext cx="1828800" cy="256032"/>
          </a:xfrm>
          <a:prstGeom prst="rect">
            <a:avLst/>
          </a:prstGeom>
          <a:solidFill>
            <a:srgbClr val="00D4AA">
              <a:alpha val="20000"/>
            </a:srgbClr>
          </a:solidFill>
          <a:ln w="63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63440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Ed25519 strength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Literature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2D5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914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914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Bernstein, D.J. (2006). Curve25519: New Diffie-Hellman Speed Records. PKC 2006.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" y="13898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[2]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13898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Krawczyk &amp; Eronen (2010). RFC 5869 — HMAC-based Key Derivation Function (HKDF).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865376"/>
            <a:ext cx="8229600" cy="457200"/>
          </a:xfrm>
          <a:prstGeom prst="rect">
            <a:avLst/>
          </a:prstGeom>
          <a:solidFill>
            <a:srgbClr val="162D5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8653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[3]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18653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Dworkin, M. (2007). NIST SP 800-38D — Galois/Counter Mode (GCM).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340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[4]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23408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et al. (2012). High-speed high-security signatures (Ed25519).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816352"/>
            <a:ext cx="8229600" cy="457200"/>
          </a:xfrm>
          <a:prstGeom prst="rect">
            <a:avLst/>
          </a:prstGeom>
          <a:solidFill>
            <a:srgbClr val="162D5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8163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[5]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2816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(2015). FIPS 180-4 — Secure Hash Standard (SHA-256).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3291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[6]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5156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Perrin &amp; Marlinspike (2016). The Double Ratchet Algorithm (Signal Protocol).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767328"/>
            <a:ext cx="8229600" cy="457200"/>
          </a:xfrm>
          <a:prstGeom prst="rect">
            <a:avLst/>
          </a:prstGeom>
          <a:solidFill>
            <a:srgbClr val="162D5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3767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[7]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1560" y="37673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Rogaway, P. (2002). Authenticated Encryption. CCS 2002.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4360" y="42428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[8]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" y="42428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7748 (2016). Elliptic Curves for Security (X25519, X448).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3200400"/>
            <a:ext cx="2743200" cy="2743200"/>
          </a:xfrm>
          <a:prstGeom prst="rect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315200" y="-457200"/>
            <a:ext cx="2743200" cy="2743200"/>
          </a:xfrm>
          <a:prstGeom prst="rect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ZeroDay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Cryptography  ·  Project Proposal</a:t>
            </a:r>
            <a:endParaRPr lang="en-US" sz="1400" dirty="0"/>
          </a:p>
          <a:p>
            <a:pPr algn="ctr"/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https://github.com/AdityaNaredla/ZeroDay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951</Words>
  <Application>Microsoft Office PowerPoint</Application>
  <PresentationFormat>On-screen Show (16:9)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Messaging and Signed Document System</dc:title>
  <dc:subject>PptxGenJS Presentation</dc:subject>
  <dc:creator>Team ZeroDay</dc:creator>
  <cp:lastModifiedBy>Naredla, Aditya (UMKC-Student)</cp:lastModifiedBy>
  <cp:revision>2</cp:revision>
  <dcterms:created xsi:type="dcterms:W3CDTF">2026-02-28T00:06:48Z</dcterms:created>
  <dcterms:modified xsi:type="dcterms:W3CDTF">2026-02-28T01:19:50Z</dcterms:modified>
</cp:coreProperties>
</file>